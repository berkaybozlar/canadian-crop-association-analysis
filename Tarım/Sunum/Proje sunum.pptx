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3" r:id="rId13"/>
    <p:sldId id="274" r:id="rId14"/>
    <p:sldId id="275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633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577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0744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8299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3230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592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173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793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031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240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0815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604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2296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8460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9152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600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865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89BEB97-5ABC-4C82-B3CC-2D00E6FD9AA3}" type="datetimeFigureOut">
              <a:rPr lang="tr-TR" smtClean="0"/>
              <a:t>25.05.2025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tr-T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3522EC6-A6C5-4C49-AAD1-2795D1E1B5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585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2EE7D7-E271-4587-277B-9033CDCBA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0694" y="17780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sv-SE" dirty="0"/>
              <a:t>Association Analysis ile Kanada'daki Eyaletlerin Geleneksel - Günümüz Ekinleri ve Birliktelik Analizi</a:t>
            </a:r>
            <a:endParaRPr lang="tr-TR" dirty="0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0A25069C-C287-176F-EE20-1CDF6E43A5F6}"/>
              </a:ext>
            </a:extLst>
          </p:cNvPr>
          <p:cNvSpPr txBox="1"/>
          <p:nvPr/>
        </p:nvSpPr>
        <p:spPr>
          <a:xfrm>
            <a:off x="8344678" y="5019869"/>
            <a:ext cx="3113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Berkay Bozlar	23290939</a:t>
            </a:r>
          </a:p>
          <a:p>
            <a:r>
              <a:rPr lang="tr-TR" dirty="0">
                <a:solidFill>
                  <a:schemeClr val="bg1"/>
                </a:solidFill>
              </a:rPr>
              <a:t>Furkan Günel	23290977</a:t>
            </a:r>
          </a:p>
        </p:txBody>
      </p:sp>
    </p:spTree>
    <p:extLst>
      <p:ext uri="{BB962C8B-B14F-4D97-AF65-F5344CB8AC3E}">
        <p14:creationId xmlns:p14="http://schemas.microsoft.com/office/powerpoint/2010/main" val="1174547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1523B2-EF79-4C63-7133-F5BB07F92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Proje Amacı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14D06CF0-12C7-C3A6-C79C-BF9DAA7E9AC4}"/>
              </a:ext>
            </a:extLst>
          </p:cNvPr>
          <p:cNvSpPr txBox="1"/>
          <p:nvPr/>
        </p:nvSpPr>
        <p:spPr>
          <a:xfrm>
            <a:off x="634481" y="2976467"/>
            <a:ext cx="103383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projenin amacı, Kanada’daki eyaletlerde geçmişten günümüze tarım sepetlerinde yer alan geleneksel ve modern ekin türlerini karşılaştırmak ve bu ürünler arasındaki birliktelik ilişkilerini ortaya koymaktır. 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Apriori ve FP-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algoritmaları kullanılarak hangi ürünlerin birlikte ekildiği analiz edilecek, böylece zamanla değişen tarım alışkanlıkları hakkında içgörüler elde edilecektir.</a:t>
            </a:r>
          </a:p>
        </p:txBody>
      </p:sp>
    </p:spTree>
    <p:extLst>
      <p:ext uri="{BB962C8B-B14F-4D97-AF65-F5344CB8AC3E}">
        <p14:creationId xmlns:p14="http://schemas.microsoft.com/office/powerpoint/2010/main" val="311109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DC4185-AAF1-CCDC-2732-4CC61218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Veri Seti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2067F462-6430-3852-E2FD-50921C50B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86000"/>
            <a:ext cx="5657850" cy="4572000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83F0E117-B041-AEDB-C1A1-4E2437A15EEE}"/>
              </a:ext>
            </a:extLst>
          </p:cNvPr>
          <p:cNvSpPr txBox="1"/>
          <p:nvPr/>
        </p:nvSpPr>
        <p:spPr>
          <a:xfrm>
            <a:off x="438150" y="2905970"/>
            <a:ext cx="43947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Kullandığımız Veri Setimizin İlk Hali: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Yıl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Eyalet Kodu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Ürün Çeşidi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Ortalama Fiyatı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Ortalama Getiri(Hektar Başına Kg)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Toplam Üretim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Ekili Arazi(Dönüm)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Ekili Arazi(Hektar)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Toplam Getiri(Dolar)</a:t>
            </a:r>
          </a:p>
        </p:txBody>
      </p:sp>
    </p:spTree>
    <p:extLst>
      <p:ext uri="{BB962C8B-B14F-4D97-AF65-F5344CB8AC3E}">
        <p14:creationId xmlns:p14="http://schemas.microsoft.com/office/powerpoint/2010/main" val="225946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34169D-6D99-7D54-78AA-441AC8E0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Sepet Oluşturma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6BEA21A-7BA0-57D5-75F3-65D7B6E060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87"/>
          <a:stretch/>
        </p:blipFill>
        <p:spPr>
          <a:xfrm>
            <a:off x="2034115" y="2576805"/>
            <a:ext cx="7749539" cy="3130246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D753F002-07D5-340A-253C-295003C888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87"/>
          <a:stretch/>
        </p:blipFill>
        <p:spPr>
          <a:xfrm>
            <a:off x="2034114" y="2576805"/>
            <a:ext cx="7749539" cy="313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9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BBB130-8ECB-04ED-4E18-A7DC6F984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82999"/>
            <a:ext cx="8761413" cy="706964"/>
          </a:xfrm>
        </p:spPr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Veri Seti Son Hali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3584B2D-690B-0416-1AAD-D40245B62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8451"/>
            <a:ext cx="12192000" cy="334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698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21C986-E7FF-C682-A316-4C6C1248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Sayısına Göre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215DA0C-9E44-3425-07EF-8877188E7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884" y="2404498"/>
            <a:ext cx="6901552" cy="4140931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12B895B2-EC06-5D4C-086F-EA69292CDD16}"/>
              </a:ext>
            </a:extLst>
          </p:cNvPr>
          <p:cNvSpPr txBox="1"/>
          <p:nvPr/>
        </p:nvSpPr>
        <p:spPr>
          <a:xfrm>
            <a:off x="9610530" y="2883159"/>
            <a:ext cx="1838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min_sup</a:t>
            </a:r>
            <a:r>
              <a:rPr lang="tr-TR" dirty="0"/>
              <a:t> = 0.2</a:t>
            </a:r>
          </a:p>
          <a:p>
            <a:r>
              <a:rPr lang="tr-TR" dirty="0"/>
              <a:t>İçin hazırlandı</a:t>
            </a:r>
          </a:p>
        </p:txBody>
      </p:sp>
    </p:spTree>
    <p:extLst>
      <p:ext uri="{BB962C8B-B14F-4D97-AF65-F5344CB8AC3E}">
        <p14:creationId xmlns:p14="http://schemas.microsoft.com/office/powerpoint/2010/main" val="3474327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656F37-E594-51BF-15FB-2F032CE50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Support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Değerine Göre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B22AA20-E095-3110-6C57-59755DAD3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76" y="2541468"/>
            <a:ext cx="5344581" cy="3340363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2A4E58C-1535-3608-F8F6-89339EACB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943" y="2543969"/>
            <a:ext cx="5344581" cy="334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9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E278D1-93C1-594B-E5F9-1C2226DA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Support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Değeri Birlikte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19AA3639-C5F2-B28F-8472-548A8B54B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256" y="2363444"/>
            <a:ext cx="7125487" cy="427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96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0545E7-05A0-EA50-C3DD-6D76E3A04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Transaction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Sayısına Göre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AFD926F-2800-5495-CF64-1AF9686D5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2" y="2575250"/>
            <a:ext cx="6016378" cy="3760234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9B3CCB2E-8168-73C5-BB9D-9BC6E1EC6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75250"/>
            <a:ext cx="6016378" cy="376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7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C798FB-FB1F-0403-8DA6-B9C164A76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Ekim Sıklık Grafiği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50E7B1E-6192-CB9D-6574-D2B5EFA79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76" y="2799185"/>
            <a:ext cx="5489504" cy="3293702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A5D3C67-7F70-ECF9-64E0-80919541E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620" y="2799185"/>
            <a:ext cx="5489504" cy="329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67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7BA77F-E990-5D12-24F0-08F60BF6E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Ürünlerin Eyaletteki Ekim Sıklığı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B5801C3F-DB1A-3BF5-22AC-6AE3B0A01E57}"/>
              </a:ext>
            </a:extLst>
          </p:cNvPr>
          <p:cNvSpPr txBox="1"/>
          <p:nvPr/>
        </p:nvSpPr>
        <p:spPr>
          <a:xfrm>
            <a:off x="597159" y="2659224"/>
            <a:ext cx="306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Eyaleti için: 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B291F829-5C1C-1CBC-5338-45913F60E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259" y="2295331"/>
            <a:ext cx="4883482" cy="456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83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2CD25-48C1-62F3-7013-AB21DA788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8DB347-54EC-2AF0-6D3E-819495886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İlk 70 Yıl için Birliktelik Analizi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C37702C8-2E99-A8E5-A33E-2B8DF1D0DACD}"/>
              </a:ext>
            </a:extLst>
          </p:cNvPr>
          <p:cNvSpPr txBox="1"/>
          <p:nvPr/>
        </p:nvSpPr>
        <p:spPr>
          <a:xfrm>
            <a:off x="2377458" y="2517717"/>
            <a:ext cx="155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Apriori Çıktısı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3887ABB7-17BD-BD4C-0BEE-6222621BA7DC}"/>
              </a:ext>
            </a:extLst>
          </p:cNvPr>
          <p:cNvSpPr txBox="1"/>
          <p:nvPr/>
        </p:nvSpPr>
        <p:spPr>
          <a:xfrm>
            <a:off x="7970818" y="2517241"/>
            <a:ext cx="213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Fp-Growth</a:t>
            </a:r>
            <a:r>
              <a:rPr lang="tr-TR" dirty="0"/>
              <a:t> Çıktısı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21728DFF-11E0-6C31-6C94-AE668BAD70FD}"/>
              </a:ext>
            </a:extLst>
          </p:cNvPr>
          <p:cNvSpPr txBox="1"/>
          <p:nvPr/>
        </p:nvSpPr>
        <p:spPr>
          <a:xfrm>
            <a:off x="4953000" y="5591495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min_sup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0.4 için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DC295026-2FC2-ED28-8E1D-5CFBFEA3E600}"/>
              </a:ext>
            </a:extLst>
          </p:cNvPr>
          <p:cNvSpPr txBox="1"/>
          <p:nvPr/>
        </p:nvSpPr>
        <p:spPr>
          <a:xfrm>
            <a:off x="4203441" y="5960827"/>
            <a:ext cx="3785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Apriori süresi: 0.1081 saniye</a:t>
            </a:r>
          </a:p>
          <a:p>
            <a:r>
              <a:rPr lang="tr-TR" dirty="0"/>
              <a:t>FP-</a:t>
            </a:r>
            <a:r>
              <a:rPr lang="tr-TR" dirty="0" err="1"/>
              <a:t>Growth</a:t>
            </a:r>
            <a:r>
              <a:rPr lang="tr-TR" dirty="0"/>
              <a:t> süresi: 1.1635 saniye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64F9DC6-05A2-FB3F-2DA6-7CD7A8AFE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" y="3011498"/>
            <a:ext cx="5573097" cy="2408242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86B2042D-8C46-D71B-7566-12FCB3624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791" y="3011498"/>
            <a:ext cx="5582322" cy="240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51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9FCF-D629-C8BB-4661-8F96E5B8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8111D1-32EA-DB89-3092-4C7F3BE7C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Son 10 Yıl için Birliktelik Analizi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919CC078-7AF3-59C2-5DB1-EEAE20FD39AF}"/>
              </a:ext>
            </a:extLst>
          </p:cNvPr>
          <p:cNvSpPr txBox="1"/>
          <p:nvPr/>
        </p:nvSpPr>
        <p:spPr>
          <a:xfrm>
            <a:off x="2267971" y="2517717"/>
            <a:ext cx="155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Apriori Çıktısı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2BD6A85F-D46D-0FAD-81EC-4719530FE008}"/>
              </a:ext>
            </a:extLst>
          </p:cNvPr>
          <p:cNvSpPr txBox="1"/>
          <p:nvPr/>
        </p:nvSpPr>
        <p:spPr>
          <a:xfrm>
            <a:off x="8047774" y="2517241"/>
            <a:ext cx="213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Fp-Growth</a:t>
            </a:r>
            <a:r>
              <a:rPr lang="tr-TR" dirty="0"/>
              <a:t> Çıktısı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A62B70A-B45D-F598-8AB6-B7542B09C02C}"/>
              </a:ext>
            </a:extLst>
          </p:cNvPr>
          <p:cNvSpPr txBox="1"/>
          <p:nvPr/>
        </p:nvSpPr>
        <p:spPr>
          <a:xfrm>
            <a:off x="4953000" y="5638802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min_sup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0.4 için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115F8CC3-3F82-1C39-7E66-97618AB73D4C}"/>
              </a:ext>
            </a:extLst>
          </p:cNvPr>
          <p:cNvSpPr txBox="1"/>
          <p:nvPr/>
        </p:nvSpPr>
        <p:spPr>
          <a:xfrm>
            <a:off x="4203441" y="6008134"/>
            <a:ext cx="3785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Apriori süresi: 0.0246 saniye</a:t>
            </a:r>
          </a:p>
          <a:p>
            <a:r>
              <a:rPr lang="tr-TR" dirty="0"/>
              <a:t>FP-</a:t>
            </a:r>
            <a:r>
              <a:rPr lang="tr-TR" dirty="0" err="1"/>
              <a:t>Growth</a:t>
            </a:r>
            <a:r>
              <a:rPr lang="tr-TR" dirty="0"/>
              <a:t> süresi: 0.6232 saniye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4207131-7A5A-05EF-1A77-0F910EB00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54" y="2992876"/>
            <a:ext cx="4941242" cy="2428903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CBF66A58-BADD-1945-A182-999105482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205" y="2992400"/>
            <a:ext cx="4885407" cy="242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54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1966A9-607F-47A5-3A3C-FCD6BB41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Çıkarım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D525623B-C466-14B3-AD89-BF94F4C145DC}"/>
              </a:ext>
            </a:extLst>
          </p:cNvPr>
          <p:cNvSpPr txBox="1"/>
          <p:nvPr/>
        </p:nvSpPr>
        <p:spPr>
          <a:xfrm>
            <a:off x="1715293" y="2746320"/>
            <a:ext cx="876141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İlk 70 yılda en sık birlikte görülen ürün çiftleri arasında "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Sugar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beets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Flaxseed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ve "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dry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öne çıkarken; son 10 yılda bu yapı değişmiş, "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Flaxseed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dry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ve "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Canola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rapeseed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)" arasında çok güçlü birliktelikler gözlemlenmiştir.</a:t>
            </a:r>
          </a:p>
          <a:p>
            <a:endParaRPr lang="tr-TR" dirty="0"/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Apriori ve FP-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algoritmaları neredeyse aynı sonuçlar üretmiş, bu da bulguların güvenilirliğini arttırmıştır.</a:t>
            </a:r>
          </a:p>
        </p:txBody>
      </p:sp>
    </p:spTree>
    <p:extLst>
      <p:ext uri="{BB962C8B-B14F-4D97-AF65-F5344CB8AC3E}">
        <p14:creationId xmlns:p14="http://schemas.microsoft.com/office/powerpoint/2010/main" val="2720337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3C03D2-BC16-75A8-AAA6-C56AFB69C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Tüm Yılların Birliktelik Analizi (AB)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B3303F2-304A-3A34-D234-4EA529DC94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351"/>
          <a:stretch/>
        </p:blipFill>
        <p:spPr>
          <a:xfrm>
            <a:off x="655963" y="2811450"/>
            <a:ext cx="5076825" cy="2534991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D37C01C-12B3-66B8-C321-D62123F073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718"/>
          <a:stretch/>
        </p:blipFill>
        <p:spPr>
          <a:xfrm>
            <a:off x="6459213" y="2792400"/>
            <a:ext cx="5095875" cy="2554041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97EEA688-AC48-53C5-7F74-109885B5A692}"/>
              </a:ext>
            </a:extLst>
          </p:cNvPr>
          <p:cNvSpPr txBox="1"/>
          <p:nvPr/>
        </p:nvSpPr>
        <p:spPr>
          <a:xfrm>
            <a:off x="7845488" y="2423068"/>
            <a:ext cx="232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Fp-Growth</a:t>
            </a:r>
            <a:r>
              <a:rPr lang="tr-TR" dirty="0"/>
              <a:t> Çıktısı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E71C1F73-E6F3-1190-A496-46DB38EE1EE1}"/>
              </a:ext>
            </a:extLst>
          </p:cNvPr>
          <p:cNvSpPr txBox="1"/>
          <p:nvPr/>
        </p:nvSpPr>
        <p:spPr>
          <a:xfrm>
            <a:off x="2219326" y="2423068"/>
            <a:ext cx="1950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Apriori Çıktısı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2E9271CB-83F0-FCAA-C86A-E3C17449D90E}"/>
              </a:ext>
            </a:extLst>
          </p:cNvPr>
          <p:cNvSpPr txBox="1"/>
          <p:nvPr/>
        </p:nvSpPr>
        <p:spPr>
          <a:xfrm>
            <a:off x="4435929" y="6009171"/>
            <a:ext cx="3320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Apriori 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resi: 10.2439 saniye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FP-Growth 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resi: 12.1966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saniye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398BD821-3226-3533-F0C1-94646BDDC212}"/>
              </a:ext>
            </a:extLst>
          </p:cNvPr>
          <p:cNvSpPr txBox="1"/>
          <p:nvPr/>
        </p:nvSpPr>
        <p:spPr>
          <a:xfrm>
            <a:off x="4952999" y="549314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min_sup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0.4 için</a:t>
            </a:r>
          </a:p>
        </p:txBody>
      </p:sp>
    </p:spTree>
    <p:extLst>
      <p:ext uri="{BB962C8B-B14F-4D97-AF65-F5344CB8AC3E}">
        <p14:creationId xmlns:p14="http://schemas.microsoft.com/office/powerpoint/2010/main" val="1514620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99675-7CDE-D537-ABD3-3C628F015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D2E178-6DF2-8056-E222-A01A1959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Tüm Yılların Birliktelik Analizi (AB)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EEDC8D1-EE9F-44D5-FA8C-317E286DB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20" y="2980421"/>
            <a:ext cx="5353050" cy="251460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EE2509A5-F022-C7B9-1DF4-7AE8E063B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755" y="2980421"/>
            <a:ext cx="5000625" cy="2524125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83DDE5D6-D3B1-F826-3115-C83A8B1C47A5}"/>
              </a:ext>
            </a:extLst>
          </p:cNvPr>
          <p:cNvSpPr txBox="1"/>
          <p:nvPr/>
        </p:nvSpPr>
        <p:spPr>
          <a:xfrm>
            <a:off x="2220393" y="2517717"/>
            <a:ext cx="155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Apriori Çıktısı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D6D12EBE-E04A-58EA-AE3D-0C2019DCE99E}"/>
              </a:ext>
            </a:extLst>
          </p:cNvPr>
          <p:cNvSpPr txBox="1"/>
          <p:nvPr/>
        </p:nvSpPr>
        <p:spPr>
          <a:xfrm>
            <a:off x="8217933" y="2517241"/>
            <a:ext cx="213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Fp-Growth</a:t>
            </a:r>
            <a:r>
              <a:rPr lang="tr-TR" dirty="0"/>
              <a:t> Çıktısı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E3CBF73-5EBA-2721-9A45-9BB904B3385A}"/>
              </a:ext>
            </a:extLst>
          </p:cNvPr>
          <p:cNvSpPr txBox="1"/>
          <p:nvPr/>
        </p:nvSpPr>
        <p:spPr>
          <a:xfrm>
            <a:off x="5354215" y="5638802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min_sup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0.3 için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85D14440-39E2-E22B-B961-116DC308B086}"/>
              </a:ext>
            </a:extLst>
          </p:cNvPr>
          <p:cNvSpPr txBox="1"/>
          <p:nvPr/>
        </p:nvSpPr>
        <p:spPr>
          <a:xfrm>
            <a:off x="4604656" y="6142390"/>
            <a:ext cx="3785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Apriori süresi: 28.0626 saniye</a:t>
            </a:r>
          </a:p>
          <a:p>
            <a:r>
              <a:rPr lang="tr-TR" dirty="0"/>
              <a:t>FP-</a:t>
            </a:r>
            <a:r>
              <a:rPr lang="tr-TR" dirty="0" err="1"/>
              <a:t>Growth</a:t>
            </a:r>
            <a:r>
              <a:rPr lang="tr-TR" dirty="0"/>
              <a:t> süresi: 40.3478 saniye</a:t>
            </a:r>
          </a:p>
        </p:txBody>
      </p:sp>
    </p:spTree>
    <p:extLst>
      <p:ext uri="{BB962C8B-B14F-4D97-AF65-F5344CB8AC3E}">
        <p14:creationId xmlns:p14="http://schemas.microsoft.com/office/powerpoint/2010/main" val="2277541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8ED02D-E24E-B767-83FB-AE45438BA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Çıkarım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A345155-6141-AB38-03C2-4CD57691E9C3}"/>
              </a:ext>
            </a:extLst>
          </p:cNvPr>
          <p:cNvSpPr txBox="1"/>
          <p:nvPr/>
        </p:nvSpPr>
        <p:spPr>
          <a:xfrm>
            <a:off x="1425007" y="3010497"/>
            <a:ext cx="93419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FP-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Growth'un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daha küçük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değerlerinde daha fazla ilişki bulma eğiliminde olduğunu gösteriyor. Apriori ise düşük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değerlerinde bazı kombinasyonları atladığı için farklı sonuçlara ulaşabiliyor. 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Sonuç olarak, düşük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min_support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değerleri kullanıldığında FP-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daha geniş kapsamlı ilişkileri ortaya çıkarabilir.</a:t>
            </a:r>
          </a:p>
        </p:txBody>
      </p:sp>
    </p:spTree>
    <p:extLst>
      <p:ext uri="{BB962C8B-B14F-4D97-AF65-F5344CB8AC3E}">
        <p14:creationId xmlns:p14="http://schemas.microsoft.com/office/powerpoint/2010/main" val="1324261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C9D2CF-D7ED-EA45-10ED-3B118F89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Özetle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5B5591EE-2ACF-6F6F-3DE0-02B1A9B56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077809"/>
              </p:ext>
            </p:extLst>
          </p:nvPr>
        </p:nvGraphicFramePr>
        <p:xfrm>
          <a:off x="1547342" y="2665730"/>
          <a:ext cx="8761413" cy="3291840"/>
        </p:xfrm>
        <a:graphic>
          <a:graphicData uri="http://schemas.openxmlformats.org/drawingml/2006/table">
            <a:tbl>
              <a:tblPr/>
              <a:tblGrid>
                <a:gridCol w="2920471">
                  <a:extLst>
                    <a:ext uri="{9D8B030D-6E8A-4147-A177-3AD203B41FA5}">
                      <a16:colId xmlns:a16="http://schemas.microsoft.com/office/drawing/2014/main" val="817205662"/>
                    </a:ext>
                  </a:extLst>
                </a:gridCol>
                <a:gridCol w="2920471">
                  <a:extLst>
                    <a:ext uri="{9D8B030D-6E8A-4147-A177-3AD203B41FA5}">
                      <a16:colId xmlns:a16="http://schemas.microsoft.com/office/drawing/2014/main" val="2773621867"/>
                    </a:ext>
                  </a:extLst>
                </a:gridCol>
                <a:gridCol w="2920471">
                  <a:extLst>
                    <a:ext uri="{9D8B030D-6E8A-4147-A177-3AD203B41FA5}">
                      <a16:colId xmlns:a16="http://schemas.microsoft.com/office/drawing/2014/main" val="2747663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r-TR" b="1"/>
                        <a:t>Kriter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/>
                        <a:t>Apriori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/>
                        <a:t>FP-Growth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585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/>
                        <a:t>Çalışma Mantığı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İteratif olarak sık öğeleri belirler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n-NO"/>
                        <a:t>FP-Tree yapısı kullanarak veri tarar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15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/>
                        <a:t>Hız &amp; Verimlilik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Büyük veri setlerinde </a:t>
                      </a:r>
                      <a:r>
                        <a:rPr lang="tr-TR" b="0" dirty="0"/>
                        <a:t>daha yavaş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Büyük veri setlerinde </a:t>
                      </a:r>
                      <a:r>
                        <a:rPr lang="tr-TR" b="0" dirty="0"/>
                        <a:t>daha hızlı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585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 dirty="0"/>
                        <a:t>Küçük </a:t>
                      </a:r>
                      <a:r>
                        <a:rPr lang="tr-TR" b="1" dirty="0" err="1"/>
                        <a:t>Min_Support</a:t>
                      </a:r>
                      <a:r>
                        <a:rPr lang="tr-TR" b="1" dirty="0"/>
                        <a:t> Etkisi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Daha az ilişki çıkarabilir, bazılarını atlar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Daha fazla ilişki bulur, kapsam genişler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699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/>
                        <a:t>Bellek Kullanımı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Daha fazla bellek tüketir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Daha az bellek kullanır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023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 dirty="0"/>
                        <a:t>Kuralların Güvenilirliği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Daha dengeli ve az sayıda ilişki verir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Daha fazla ilişki, ancak bazıları zayıf olabilir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201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501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E2CD68B-597F-5BFD-D4CC-A78900A46ED7}"/>
              </a:ext>
            </a:extLst>
          </p:cNvPr>
          <p:cNvSpPr txBox="1"/>
          <p:nvPr/>
        </p:nvSpPr>
        <p:spPr>
          <a:xfrm>
            <a:off x="2111828" y="3429000"/>
            <a:ext cx="7968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>
                <a:latin typeface="Arial" panose="020B0604020202020204" pitchFamily="34" charset="0"/>
                <a:cs typeface="Arial" panose="020B0604020202020204" pitchFamily="34" charset="0"/>
              </a:rPr>
              <a:t>DİNLEDİĞİNİZ İÇİN TEŞEKKÜRLER</a:t>
            </a:r>
          </a:p>
        </p:txBody>
      </p:sp>
    </p:spTree>
    <p:extLst>
      <p:ext uri="{BB962C8B-B14F-4D97-AF65-F5344CB8AC3E}">
        <p14:creationId xmlns:p14="http://schemas.microsoft.com/office/powerpoint/2010/main" val="22262389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 Toplantı Odası">
  <a:themeElements>
    <a:clrScheme name="İyon Toplantı Odası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İyon Toplantı Odası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İyon Toplantı Odası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464</TotalTime>
  <Words>448</Words>
  <Application>Microsoft Office PowerPoint</Application>
  <PresentationFormat>Geniş ekran</PresentationFormat>
  <Paragraphs>79</Paragraphs>
  <Slides>19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5" baseType="lpstr">
      <vt:lpstr>Arial</vt:lpstr>
      <vt:lpstr>Century Gothic</vt:lpstr>
      <vt:lpstr>Times New Roman</vt:lpstr>
      <vt:lpstr>Wingdings</vt:lpstr>
      <vt:lpstr>Wingdings 3</vt:lpstr>
      <vt:lpstr>İyon Toplantı Odası</vt:lpstr>
      <vt:lpstr>Association Analysis ile Kanada'daki Eyaletlerin Geleneksel - Günümüz Ekinleri ve Birliktelik Analizi</vt:lpstr>
      <vt:lpstr>Proje Amacı</vt:lpstr>
      <vt:lpstr>Veri Seti</vt:lpstr>
      <vt:lpstr>Sepet Oluşturma</vt:lpstr>
      <vt:lpstr>Veri Seti Son Hali</vt:lpstr>
      <vt:lpstr>Item Sayısına Göre</vt:lpstr>
      <vt:lpstr>Support Değerine Göre</vt:lpstr>
      <vt:lpstr>Support Değeri Birlikte</vt:lpstr>
      <vt:lpstr>Transaction Sayısına Göre</vt:lpstr>
      <vt:lpstr>Ekim Sıklık Grafiği</vt:lpstr>
      <vt:lpstr>Ürünlerin Eyaletteki Ekim Sıklığı</vt:lpstr>
      <vt:lpstr>İlk 70 Yıl için Birliktelik Analizi</vt:lpstr>
      <vt:lpstr>Son 10 Yıl için Birliktelik Analizi</vt:lpstr>
      <vt:lpstr>Çıkarım</vt:lpstr>
      <vt:lpstr>Tüm Yılların Birliktelik Analizi (AB)</vt:lpstr>
      <vt:lpstr>Tüm Yılların Birliktelik Analizi (AB)</vt:lpstr>
      <vt:lpstr>Çıkarım</vt:lpstr>
      <vt:lpstr>Özetle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Berkay Bozlar</dc:creator>
  <cp:lastModifiedBy>Berkay Bozlar</cp:lastModifiedBy>
  <cp:revision>9</cp:revision>
  <dcterms:created xsi:type="dcterms:W3CDTF">2025-05-22T15:13:23Z</dcterms:created>
  <dcterms:modified xsi:type="dcterms:W3CDTF">2025-05-25T18:35:50Z</dcterms:modified>
</cp:coreProperties>
</file>